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5" d="100"/>
          <a:sy n="205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Kevin" userId="61c816f2-c802-491e-bec7-210490a16977" providerId="ADAL" clId="{057DC0A1-63AB-4084-BF27-83845609940B}"/>
    <pc:docChg chg="undo custSel modSld">
      <pc:chgData name="Jonathan Kevin" userId="61c816f2-c802-491e-bec7-210490a16977" providerId="ADAL" clId="{057DC0A1-63AB-4084-BF27-83845609940B}" dt="2026-08-28T07:14:20.728" v="2" actId="20577"/>
      <pc:docMkLst>
        <pc:docMk/>
      </pc:docMkLst>
      <pc:sldChg chg="modSp mod">
        <pc:chgData name="Jonathan Kevin" userId="61c816f2-c802-491e-bec7-210490a16977" providerId="ADAL" clId="{057DC0A1-63AB-4084-BF27-83845609940B}" dt="2026-08-28T07:14:20.728" v="2" actId="20577"/>
        <pc:sldMkLst>
          <pc:docMk/>
          <pc:sldMk cId="0" sldId="256"/>
        </pc:sldMkLst>
        <pc:spChg chg="mod">
          <ac:chgData name="Jonathan Kevin" userId="61c816f2-c802-491e-bec7-210490a16977" providerId="ADAL" clId="{057DC0A1-63AB-4084-BF27-83845609940B}" dt="2026-08-28T07:14:20.728" v="2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940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Brief  ·  Avancerad Matchning  ·  Kluster 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18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Syfte &amp; bakgrund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2468880" cy="129844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</a:t>
            </a: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Avancerad Matchning (Kluster A)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106070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BAKGRUND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17520" y="1298448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Multisoft har en beprövad realtidsmatchningslösning med Transvoice som referenscase. Systemet matchar certifierade resurser mot inkommande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uppdrag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automatiskt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Lösningen lanseras nu mot nya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vertikaler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 start mot det vi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kallar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Kluster A: Kritisk infrastruktur (Säkerhet &amp; bevakning, Buss &amp; tåg, Elinjetjänst, Hissar, Telekomfält).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402336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50292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FIGMA-DEMO (KLICKBAR PROTOTYP)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Systemdemo som visar inkommande ärende → matchningslogik → dispatch. Målet är att skapa nyfikenhet och väcka frågor hos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chef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snarare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sälja systemet.</a:t>
            </a:r>
            <a:endParaRPr lang="en-US" sz="950" dirty="0"/>
          </a:p>
          <a:p>
            <a:pPr marL="0" indent="0">
              <a:buNone/>
            </a:pPr>
            <a:endParaRPr lang="en-US" sz="95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10 Sept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Brief  ·  Avancerad Matchning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18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Produkten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Avancerad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Systemet matchar automatiskt certifierade resurser mot inkommande uppdrag på sekunder. Kunden definierar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reglerna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gällande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kompetens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behörighet, geografi, tillgänglighet. Systemet dispatchar rätt person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utan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/med minimal manuell koordinering.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MATCHNINGSLOGIKEN – SYSTEMETS KÄRNA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1580083" cy="7132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14886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Inkommande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uppdrag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45843" y="2121408"/>
            <a:ext cx="128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73859" y="2121408"/>
            <a:ext cx="1580083" cy="7132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2119579" y="2121408"/>
            <a:ext cx="14886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Systemet scannar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resurspoolen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3942" y="2121408"/>
            <a:ext cx="128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81958" y="2121408"/>
            <a:ext cx="1580083" cy="7132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3827678" y="2121408"/>
            <a:ext cx="14886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Kompetens ✓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Behörighet 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62042" y="2121408"/>
            <a:ext cx="128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90058" y="2121408"/>
            <a:ext cx="1580083" cy="7132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5535778" y="2121408"/>
            <a:ext cx="14886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 ✓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Tillgänglighet 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70141" y="2121408"/>
            <a:ext cx="128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98157" y="2121408"/>
            <a:ext cx="1580083" cy="71323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7243877" y="2121408"/>
            <a:ext cx="14886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klar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Dispatch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365760" y="30358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REFERENSCASE: TRANSVOICE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273552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Transvoice gick från manuell koordinering av tolkar (timmar att matcha rätt kompetens, språk och tillgänglighet) till automatisk realtidsdispatch på sekunder. Fill-rate upp. Felmatch ner. Ops-kostnad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0358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POSITIONERING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3273552"/>
            <a:ext cx="4023360" cy="16002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4892040" y="3401568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"Bli Uber i din bransch."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löfte om att gå från manuell, reaktiv resurskoordinering till en plattform som gör det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automatiskt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realtid, med rätt person, varje </a:t>
            </a:r>
            <a:r>
              <a:rPr lang="en-US" sz="1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gång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Brief  ·  Avancerad Matchning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18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Kluster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A, </a:t>
            </a:r>
            <a:r>
              <a:rPr lang="en-US" sz="24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Kritisk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Målgrupp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Persona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KRITISK INFRASTRUKTUR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609344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438912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Säkerhet &amp; bevakning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16642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Securitas · Avarn · Nokas · G4S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66544" y="1298448"/>
            <a:ext cx="1609344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2139696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Buss &amp; tågtrafik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39696" y="16642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Nobina · Transdev · Keolis · MTR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67328" y="1298448"/>
            <a:ext cx="1609344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384048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Elinjetjänst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0" y="16642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Ellevio · E.ON · Vattenfall Distr.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68112" y="1298448"/>
            <a:ext cx="1609344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5541264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Hissar &amp; vertikaltransport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41264" y="16642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 · Otis · Schindler · ThyssenKrupp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168896" y="1298448"/>
            <a:ext cx="1609344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7242048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Telekomfälttekniker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42048" y="16642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Eltel Networks · Ericsson Services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365760" y="2377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– IDEAL CUSTOMER PROFILE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2633472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Omsättning: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300M–2B SEK
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Certifieringskrav: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obligatoriska, lagstadgade behörigheter för resurserna
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Volym: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uppdrag per dag
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 vid felmatch: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säkerhetsincident, SLA-brott eller driftavbrott
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IT-mognad: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 låst i globalt enterprise-system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377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633472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chef / Head of Operations
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Ålder: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35–60 år
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Mäts på: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fill-rate, incident-prevention, kostnad per dispatch
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Smärta: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koordinering tar tid och felmatch kostar pengar och rykte
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Köpbeteende: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 se att det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fungerar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Skeptisk mot säljspråk. Kräver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trovärdighet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och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branschkunskap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Brief  ·  Uppgift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18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Systemdemo i Figma / </a:t>
            </a:r>
            <a:r>
              <a:rPr lang="en-US" sz="24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klickbar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prototyp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 MED DEMOT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5943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Skapa nyfikenhet och väcka frågor hos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chef. Demo ska sälja in en workshop där vi hittar deras specifika use case. Visa att det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finns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något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och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låta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 vilja förstå mer.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365760" y="20848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FLÖDET: TRE STEG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697480" cy="2331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493776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" y="2852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Inkommande ärende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" y="318211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request med krav landar i systemet: kompetens, behörighet, geografi, tid. Visa hur ett uppdrag ser ut när det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kommer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med riktiga fält och värden.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331720"/>
            <a:ext cx="2697480" cy="2331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3328416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28416" y="2852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Matchningslogiken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28416" y="318211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Systemet scannar resurspoolen. Kriterierna betas av ett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taget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</p:txBody>
      </p:sp>
      <p:sp>
        <p:nvSpPr>
          <p:cNvPr id="20" name="Shape 18"/>
          <p:cNvSpPr/>
          <p:nvPr/>
        </p:nvSpPr>
        <p:spPr>
          <a:xfrm>
            <a:off x="6035040" y="2331720"/>
            <a:ext cx="2697480" cy="2331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6163056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63056" y="2852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klar → Dispatch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318211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Rätt person dispatched. Bekräftelse ut. Match visas med namn, foto/avatar, certifikat och tid. </a:t>
            </a:r>
            <a:r>
              <a:rPr lang="en-US" sz="9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</a:t>
            </a: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736592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Brief  ·  Underlag till demot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18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Resurstyper per segment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rätt resurstyper och certifikat </a:t>
            </a:r>
            <a:r>
              <a:rPr lang="en-US" sz="9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demo. Default skin är säkerhetsbranschen, men demot bör enkelt kunna växlas till ett annat segment.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863754"/>
              </p:ext>
            </p:extLst>
          </p:nvPr>
        </p:nvGraphicFramePr>
        <p:xfrm>
          <a:off x="365760" y="1627632"/>
          <a:ext cx="8412480" cy="285292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Resurstyper i systemet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Exempelcertifikat att visa i demot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Säkerhet &amp; bevakning</a:t>
                      </a:r>
                      <a:endParaRPr lang="en-US" sz="90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Väktare, Larmoperatör, Patrullförare, Hundekipage, Insatsstyrka</a:t>
                      </a:r>
                      <a:endParaRPr lang="en-US" sz="90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Väktarutbildning (VU), Skjutvapenutbildning, HLR/Första hjälpen</a:t>
                      </a:r>
                      <a:endParaRPr lang="en-US" sz="90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Buss &amp; tågtrafik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Bussförare, Lokförare, Reservförare, Ombordpersonal, Trafikledare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D-körkort, Förarbevis buss, Lokförarlegitimation, Kompetensintyg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Elinjetjänst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Linjemontör, Jourteknikern, Kabeltekniker, Driftingenjör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ESA (Elsäkerhetsanvisning), Behörighet A/B/C elnät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Hissar &amp; vertikaltransport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Hisstekniker, Servicetekniker, Montör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SSEI-certifikat, Hissbesiktningsbehörighet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Telekomfälttekniker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Fälttekniker, Nättekniker, Installatör, Site-ansvarig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Elektriker-legitimation, Klättertillstånd, Behörighet mastarbete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Brief  ·  Underlag till demot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18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Terminologi &amp; Tonalitet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412480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TERMER SOM MÅSTE FINNAS I DEMOT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5029200" cy="114300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uppdrag  ·  behörighet  ·  insatstid  ·  fältorder  ·  störningsärende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driftstopp  ·  serviceorder  ·  arbetsorder  ·  SLA-tid  ·  incidentklass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prioritert 1/2/3  ·  tillgänglighet  ·  resurspool  ·  dispatch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UNDVIK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77977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"medarbetare"  ·  "talent"  ·  "kompetensbank"  ·  "shift"  ·  "jobb"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HR-ord generellt. Demot ska prata ops-speak, inte HR-speak.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5478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378561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Använd "behörighet" – inte bara "kompetens". Behörighet är ett juridiskt/regulatoriskt begrepp i dessa branscher och exakt det som certifieringskravet handlar om.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77840" y="1051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TONPRINCIPER FÖR DEMOT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77840" y="1298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 syns alltid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15087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"06:14" inte "tidig morgon". "Matchning klar: 8 sek" inte "snabbt".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19568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 färg, inte i text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77840" y="21671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Grön/röd/gul för tillgänglighet. Inga långa förklaringar. Systemet kommunicerar snabbt.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2615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Verkliga namn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77840" y="282549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"Viktor Lindgren" – inte "Resurs A". Trovärdighet direkt.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3273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Kortfattade statusrader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77840" y="34838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"Behörighet ✓  Geografi ✓  Tillgänglighet ✓ → Match" – aldrig löptext.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3931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 syns implicit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41422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Utgången behörighet = röd. Otillgänglig resurs = blockerad. Systemet är vaksamt.</a:t>
            </a:r>
            <a:endParaRPr lang="en-US" sz="900" dirty="0"/>
          </a:p>
        </p:txBody>
      </p:sp>
      <p:sp>
        <p:nvSpPr>
          <p:cNvPr id="25" name="textruta 24">
            <a:extLst>
              <a:ext uri="{FF2B5EF4-FFF2-40B4-BE49-F238E27FC236}">
                <a16:creationId xmlns:a16="http://schemas.microsoft.com/office/drawing/2014/main" id="{F52E5998-E280-5432-AF23-191B777268CD}"/>
              </a:ext>
            </a:extLst>
          </p:cNvPr>
          <p:cNvSpPr txBox="1"/>
          <p:nvPr/>
        </p:nvSpPr>
        <p:spPr>
          <a:xfrm rot="20596573">
            <a:off x="3053732" y="1743486"/>
            <a:ext cx="24809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9600" b="1" dirty="0">
                <a:solidFill>
                  <a:srgbClr val="FF0000"/>
                </a:solidFill>
              </a:rPr>
              <a:t>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856CCDC9BA5864C91D5B3520AE6A69D" ma:contentTypeVersion="15" ma:contentTypeDescription="Skapa ett nytt dokument." ma:contentTypeScope="" ma:versionID="b3316244aedb9726b8d92799906ff9f8">
  <xsd:schema xmlns:xsd="http://www.w3.org/2001/XMLSchema" xmlns:xs="http://www.w3.org/2001/XMLSchema" xmlns:p="http://schemas.microsoft.com/office/2006/metadata/properties" xmlns:ns2="ca9dd984-f96a-4c31-b8c0-b8593874263a" xmlns:ns3="812daf03-bdf1-4e61-ba38-c60e9cd6f3ba" targetNamespace="http://schemas.microsoft.com/office/2006/metadata/properties" ma:root="true" ma:fieldsID="ce3d5d9ef4b4425ed98c4e38a999aeed" ns2:_="" ns3:_="">
    <xsd:import namespace="ca9dd984-f96a-4c31-b8c0-b8593874263a"/>
    <xsd:import namespace="812daf03-bdf1-4e61-ba38-c60e9cd6f3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9dd984-f96a-4c31-b8c0-b859387426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ildmarkeringar" ma:readOnly="false" ma:fieldId="{5cf76f15-5ced-4ddc-b409-7134ff3c332f}" ma:taxonomyMulti="true" ma:sspId="7ef2e46b-6116-4f5e-8d4e-6871e9495b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daf03-bdf1-4e61-ba38-c60e9cd6f3b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29d5af-e3f1-4104-87f7-7e851f358ad9}" ma:internalName="TaxCatchAll" ma:showField="CatchAllData" ma:web="812daf03-bdf1-4e61-ba38-c60e9cd6f3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9dd984-f96a-4c31-b8c0-b8593874263a">
      <Terms xmlns="http://schemas.microsoft.com/office/infopath/2007/PartnerControls"/>
    </lcf76f155ced4ddcb4097134ff3c332f>
    <TaxCatchAll xmlns="812daf03-bdf1-4e61-ba38-c60e9cd6f3ba" xsi:nil="true"/>
  </documentManagement>
</p:properties>
</file>

<file path=customXml/itemProps1.xml><?xml version="1.0" encoding="utf-8"?>
<ds:datastoreItem xmlns:ds="http://schemas.openxmlformats.org/officeDocument/2006/customXml" ds:itemID="{3B5A7052-8CB2-4C5F-8D15-1B38C4ECE2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9dd984-f96a-4c31-b8c0-b8593874263a"/>
    <ds:schemaRef ds:uri="812daf03-bdf1-4e61-ba38-c60e9cd6f3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F7815D-24C5-45F1-A551-6D8F2C2FEA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3FAD61-21A4-40CC-9CB2-34C20E3AE736}">
  <ds:schemaRefs>
    <ds:schemaRef ds:uri="http://schemas.microsoft.com/office/infopath/2007/PartnerControls"/>
    <ds:schemaRef ds:uri="http://schemas.microsoft.com/office/2006/documentManagement/types"/>
    <ds:schemaRef ds:uri="ca9dd984-f96a-4c31-b8c0-b8593874263a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812daf03-bdf1-4e61-ba38-c60e9cd6f3b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890</Words>
  <Application>Microsoft Office PowerPoint</Application>
  <PresentationFormat>On-screen Show (16:9)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Jonathan Kevin</cp:lastModifiedBy>
  <cp:revision>2</cp:revision>
  <dcterms:created xsi:type="dcterms:W3CDTF">2026-08-25T07:34:39Z</dcterms:created>
  <dcterms:modified xsi:type="dcterms:W3CDTF">2026-08-28T07:14:28Z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0x0101006856CCDC9BA5864C91D5B3520AE6A69D</vt:lpwstr>
  </property>
</Properties>
</file>